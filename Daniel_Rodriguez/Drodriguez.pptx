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12"/>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3B961F-08CB-4EEB-8368-0E69B2454A55}" type="datetimeFigureOut">
              <a:rPr lang="es-ES" smtClean="0"/>
              <a:t>22/05/2026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C46301-0EDF-4B83-92B3-63D397A94C72}" type="slidenum">
              <a:rPr lang="es-ES" smtClean="0"/>
              <a:t>‹Nº›</a:t>
            </a:fld>
            <a:endParaRPr lang="es-ES"/>
          </a:p>
        </p:txBody>
      </p:sp>
    </p:spTree>
    <p:extLst>
      <p:ext uri="{BB962C8B-B14F-4D97-AF65-F5344CB8AC3E}">
        <p14:creationId xmlns:p14="http://schemas.microsoft.com/office/powerpoint/2010/main" val="3018718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Se observa el disco virtual de 1 GB con el esquema de particiones solicitado: una partición de 100 MB en formato </a:t>
            </a:r>
            <a:r>
              <a:rPr lang="es-ES" b="1" dirty="0"/>
              <a:t>FAT</a:t>
            </a:r>
            <a:r>
              <a:rPr lang="es-ES" dirty="0"/>
              <a:t>, una de 200 MB en </a:t>
            </a:r>
            <a:r>
              <a:rPr lang="es-ES" b="1" dirty="0"/>
              <a:t>NTFS</a:t>
            </a:r>
            <a:r>
              <a:rPr lang="es-ES" dirty="0"/>
              <a:t> (ambas con sus etiquetas correspondientes) y un bloque de </a:t>
            </a:r>
            <a:r>
              <a:rPr lang="es-ES" b="1" dirty="0"/>
              <a:t>700 MB de espacio no asignado</a:t>
            </a:r>
            <a:r>
              <a:rPr lang="es-ES" dirty="0"/>
              <a:t> para su uso posterior en Linux.</a:t>
            </a:r>
          </a:p>
        </p:txBody>
      </p:sp>
      <p:sp>
        <p:nvSpPr>
          <p:cNvPr id="4" name="Marcador de número de diapositiva 3"/>
          <p:cNvSpPr>
            <a:spLocks noGrp="1"/>
          </p:cNvSpPr>
          <p:nvPr>
            <p:ph type="sldNum" sz="quarter" idx="5"/>
          </p:nvPr>
        </p:nvSpPr>
        <p:spPr/>
        <p:txBody>
          <a:bodyPr/>
          <a:lstStyle/>
          <a:p>
            <a:fld id="{D4C46301-0EDF-4B83-92B3-63D397A94C72}" type="slidenum">
              <a:rPr lang="es-ES" smtClean="0"/>
              <a:t>1</a:t>
            </a:fld>
            <a:endParaRPr lang="es-ES"/>
          </a:p>
        </p:txBody>
      </p:sp>
    </p:spTree>
    <p:extLst>
      <p:ext uri="{BB962C8B-B14F-4D97-AF65-F5344CB8AC3E}">
        <p14:creationId xmlns:p14="http://schemas.microsoft.com/office/powerpoint/2010/main" val="3434051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Panel de </a:t>
            </a:r>
            <a:r>
              <a:rPr lang="es-ES" b="1" dirty="0"/>
              <a:t>Propiedades de Seguridad Avanzada</a:t>
            </a:r>
            <a:r>
              <a:rPr lang="es-ES" dirty="0"/>
              <a:t> de los directorios '</a:t>
            </a:r>
            <a:r>
              <a:rPr lang="es-ES" b="1" dirty="0" err="1"/>
              <a:t>Drodriguez</a:t>
            </a:r>
            <a:r>
              <a:rPr lang="es-ES" dirty="0" err="1"/>
              <a:t>ID</a:t>
            </a:r>
            <a:r>
              <a:rPr lang="es-ES" dirty="0"/>
              <a:t>-uno' y '</a:t>
            </a:r>
            <a:r>
              <a:rPr lang="es-ES" b="1" dirty="0" err="1"/>
              <a:t>Drodriguez</a:t>
            </a:r>
            <a:r>
              <a:rPr lang="es-ES" dirty="0"/>
              <a:t>-dos'. Se demuestra la </a:t>
            </a:r>
            <a:r>
              <a:rPr lang="es-ES" dirty="0" err="1"/>
              <a:t>deshabilitación</a:t>
            </a:r>
            <a:r>
              <a:rPr lang="es-ES" dirty="0"/>
              <a:t> de la herencia y la asignación de permisos de </a:t>
            </a:r>
            <a:r>
              <a:rPr lang="es-ES" b="1" dirty="0"/>
              <a:t>Modificar</a:t>
            </a:r>
            <a:r>
              <a:rPr lang="es-ES" dirty="0"/>
              <a:t> exclusivamente a sus respectivos dueños, garantizando la privacidad sin utilizar reglas de denegación explícitas.</a:t>
            </a:r>
          </a:p>
        </p:txBody>
      </p:sp>
      <p:sp>
        <p:nvSpPr>
          <p:cNvPr id="4" name="Marcador de número de diapositiva 3"/>
          <p:cNvSpPr>
            <a:spLocks noGrp="1"/>
          </p:cNvSpPr>
          <p:nvPr>
            <p:ph type="sldNum" sz="quarter" idx="5"/>
          </p:nvPr>
        </p:nvSpPr>
        <p:spPr/>
        <p:txBody>
          <a:bodyPr/>
          <a:lstStyle/>
          <a:p>
            <a:fld id="{D4C46301-0EDF-4B83-92B3-63D397A94C72}" type="slidenum">
              <a:rPr lang="es-ES" smtClean="0"/>
              <a:t>2</a:t>
            </a:fld>
            <a:endParaRPr lang="es-ES"/>
          </a:p>
        </p:txBody>
      </p:sp>
    </p:spTree>
    <p:extLst>
      <p:ext uri="{BB962C8B-B14F-4D97-AF65-F5344CB8AC3E}">
        <p14:creationId xmlns:p14="http://schemas.microsoft.com/office/powerpoint/2010/main" val="20320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Configuración de permisos NTFS para la carpeta </a:t>
            </a:r>
            <a:r>
              <a:rPr lang="es-ES" b="1" dirty="0" err="1"/>
              <a:t>Drodriguez</a:t>
            </a:r>
            <a:r>
              <a:rPr lang="es-ES" b="1" dirty="0"/>
              <a:t>-compartido</a:t>
            </a:r>
            <a:r>
              <a:rPr lang="es-ES" dirty="0"/>
              <a:t>. Se evidencia el control diferencial: el usuario </a:t>
            </a:r>
            <a:r>
              <a:rPr lang="es-ES" b="1" dirty="0" err="1"/>
              <a:t>Drodriguez</a:t>
            </a:r>
            <a:r>
              <a:rPr lang="es-ES" b="1" dirty="0"/>
              <a:t>-uno</a:t>
            </a:r>
            <a:r>
              <a:rPr lang="es-ES" dirty="0"/>
              <a:t> posee permisos de lectura, escritura y eliminación, mientras que el usuario </a:t>
            </a:r>
            <a:r>
              <a:rPr lang="es-ES" b="1" dirty="0" err="1"/>
              <a:t>Drodriguez</a:t>
            </a:r>
            <a:r>
              <a:rPr lang="es-ES" b="1" dirty="0"/>
              <a:t>-dos</a:t>
            </a:r>
            <a:r>
              <a:rPr lang="es-ES" dirty="0"/>
              <a:t> tiene restringido su acceso a </a:t>
            </a:r>
            <a:r>
              <a:rPr lang="es-ES" b="1" dirty="0"/>
              <a:t>Solo Lectura</a:t>
            </a:r>
            <a:r>
              <a:rPr lang="es-ES" dirty="0"/>
              <a:t>.</a:t>
            </a:r>
          </a:p>
        </p:txBody>
      </p:sp>
      <p:sp>
        <p:nvSpPr>
          <p:cNvPr id="4" name="Marcador de número de diapositiva 3"/>
          <p:cNvSpPr>
            <a:spLocks noGrp="1"/>
          </p:cNvSpPr>
          <p:nvPr>
            <p:ph type="sldNum" sz="quarter" idx="5"/>
          </p:nvPr>
        </p:nvSpPr>
        <p:spPr/>
        <p:txBody>
          <a:bodyPr/>
          <a:lstStyle/>
          <a:p>
            <a:fld id="{D4C46301-0EDF-4B83-92B3-63D397A94C72}" type="slidenum">
              <a:rPr lang="es-ES" smtClean="0"/>
              <a:t>3</a:t>
            </a:fld>
            <a:endParaRPr lang="es-ES"/>
          </a:p>
        </p:txBody>
      </p:sp>
    </p:spTree>
    <p:extLst>
      <p:ext uri="{BB962C8B-B14F-4D97-AF65-F5344CB8AC3E}">
        <p14:creationId xmlns:p14="http://schemas.microsoft.com/office/powerpoint/2010/main" val="3867297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Vista del contenido del fichero comprimido </a:t>
            </a:r>
            <a:r>
              <a:rPr lang="es-ES" b="1" dirty="0"/>
              <a:t>Drodriguez-ntfs.zip</a:t>
            </a:r>
            <a:r>
              <a:rPr lang="es-ES" dirty="0"/>
              <a:t> almacenado en la partición FAT. El archivo contiene la estructura completa de los tres directorios creados en el volumen NTFS, verificando la integridad de los ficheros de test antes de la migración.</a:t>
            </a:r>
          </a:p>
        </p:txBody>
      </p:sp>
      <p:sp>
        <p:nvSpPr>
          <p:cNvPr id="4" name="Marcador de número de diapositiva 3"/>
          <p:cNvSpPr>
            <a:spLocks noGrp="1"/>
          </p:cNvSpPr>
          <p:nvPr>
            <p:ph type="sldNum" sz="quarter" idx="5"/>
          </p:nvPr>
        </p:nvSpPr>
        <p:spPr/>
        <p:txBody>
          <a:bodyPr/>
          <a:lstStyle/>
          <a:p>
            <a:fld id="{D4C46301-0EDF-4B83-92B3-63D397A94C72}" type="slidenum">
              <a:rPr lang="es-ES" smtClean="0"/>
              <a:t>4</a:t>
            </a:fld>
            <a:endParaRPr lang="es-ES"/>
          </a:p>
        </p:txBody>
      </p:sp>
    </p:spTree>
    <p:extLst>
      <p:ext uri="{BB962C8B-B14F-4D97-AF65-F5344CB8AC3E}">
        <p14:creationId xmlns:p14="http://schemas.microsoft.com/office/powerpoint/2010/main" val="1667640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Captura combinada que muestra: 1) El fichero </a:t>
            </a:r>
            <a:r>
              <a:rPr lang="es-ES" b="1" dirty="0"/>
              <a:t>/</a:t>
            </a:r>
            <a:r>
              <a:rPr lang="es-ES" b="1" dirty="0" err="1"/>
              <a:t>etc</a:t>
            </a:r>
            <a:r>
              <a:rPr lang="es-ES" b="1" dirty="0"/>
              <a:t>/</a:t>
            </a:r>
            <a:r>
              <a:rPr lang="es-ES" b="1" dirty="0" err="1"/>
              <a:t>fstab</a:t>
            </a:r>
            <a:r>
              <a:rPr lang="es-ES" dirty="0"/>
              <a:t> con las líneas de configuración para el montaje persistente de las particiones (FAT en modo lectura/escritura y NTFS en modo solo lectura). 2) La salida del comando </a:t>
            </a:r>
            <a:r>
              <a:rPr lang="es-ES" b="1" dirty="0" err="1"/>
              <a:t>mount</a:t>
            </a:r>
            <a:r>
              <a:rPr lang="es-ES" dirty="0"/>
              <a:t>, confirmando que los dispositivos de bloques están correctamente montados según los parámetros definidos.</a:t>
            </a:r>
          </a:p>
        </p:txBody>
      </p:sp>
      <p:sp>
        <p:nvSpPr>
          <p:cNvPr id="4" name="Marcador de número de diapositiva 3"/>
          <p:cNvSpPr>
            <a:spLocks noGrp="1"/>
          </p:cNvSpPr>
          <p:nvPr>
            <p:ph type="sldNum" sz="quarter" idx="5"/>
          </p:nvPr>
        </p:nvSpPr>
        <p:spPr/>
        <p:txBody>
          <a:bodyPr/>
          <a:lstStyle/>
          <a:p>
            <a:fld id="{D4C46301-0EDF-4B83-92B3-63D397A94C72}" type="slidenum">
              <a:rPr lang="es-ES" smtClean="0"/>
              <a:t>5</a:t>
            </a:fld>
            <a:endParaRPr lang="es-ES"/>
          </a:p>
        </p:txBody>
      </p:sp>
    </p:spTree>
    <p:extLst>
      <p:ext uri="{BB962C8B-B14F-4D97-AF65-F5344CB8AC3E}">
        <p14:creationId xmlns:p14="http://schemas.microsoft.com/office/powerpoint/2010/main" val="729286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Resultado del comando </a:t>
            </a:r>
            <a:r>
              <a:rPr lang="es-ES" b="1" dirty="0" err="1"/>
              <a:t>ls</a:t>
            </a:r>
            <a:r>
              <a:rPr lang="es-ES" b="1" dirty="0"/>
              <a:t> -las /</a:t>
            </a:r>
            <a:r>
              <a:rPr lang="es-ES" b="1" dirty="0" err="1"/>
              <a:t>mnt</a:t>
            </a:r>
            <a:r>
              <a:rPr lang="es-ES" b="1" dirty="0"/>
              <a:t>/portable</a:t>
            </a:r>
            <a:r>
              <a:rPr lang="es-ES" dirty="0"/>
              <a:t>. Se visualiza la nueva partición ext4 (creada sobre los 700 MB restantes) montada correctamente, conteniendo el fichero comprimido </a:t>
            </a:r>
            <a:r>
              <a:rPr lang="es-ES" b="1" dirty="0"/>
              <a:t>Drodriguez-ntfs.zip.zip</a:t>
            </a:r>
            <a:r>
              <a:rPr lang="es-ES" dirty="0"/>
              <a:t> transferido desde la partición FAT.</a:t>
            </a:r>
          </a:p>
        </p:txBody>
      </p:sp>
      <p:sp>
        <p:nvSpPr>
          <p:cNvPr id="4" name="Marcador de número de diapositiva 3"/>
          <p:cNvSpPr>
            <a:spLocks noGrp="1"/>
          </p:cNvSpPr>
          <p:nvPr>
            <p:ph type="sldNum" sz="quarter" idx="5"/>
          </p:nvPr>
        </p:nvSpPr>
        <p:spPr/>
        <p:txBody>
          <a:bodyPr/>
          <a:lstStyle/>
          <a:p>
            <a:fld id="{D4C46301-0EDF-4B83-92B3-63D397A94C72}" type="slidenum">
              <a:rPr lang="es-ES" smtClean="0"/>
              <a:t>6</a:t>
            </a:fld>
            <a:endParaRPr lang="es-ES"/>
          </a:p>
        </p:txBody>
      </p:sp>
    </p:spTree>
    <p:extLst>
      <p:ext uri="{BB962C8B-B14F-4D97-AF65-F5344CB8AC3E}">
        <p14:creationId xmlns:p14="http://schemas.microsoft.com/office/powerpoint/2010/main" val="1638732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Salida del comando </a:t>
            </a:r>
            <a:r>
              <a:rPr lang="es-ES" b="1" dirty="0" err="1"/>
              <a:t>mount</a:t>
            </a:r>
            <a:r>
              <a:rPr lang="es-ES" dirty="0"/>
              <a:t> tras la ejecución de </a:t>
            </a:r>
            <a:r>
              <a:rPr lang="es-ES" dirty="0" err="1"/>
              <a:t>umount</a:t>
            </a:r>
            <a:r>
              <a:rPr lang="es-ES" dirty="0"/>
              <a:t>. Se verifica que las particiones FAT y NTFS de origen Windows ya no figuran como montadas en el sistema, dejando únicamente activos los dispositivos de almacenamiento nativos y el volumen ext4.</a:t>
            </a:r>
          </a:p>
        </p:txBody>
      </p:sp>
      <p:sp>
        <p:nvSpPr>
          <p:cNvPr id="4" name="Marcador de número de diapositiva 3"/>
          <p:cNvSpPr>
            <a:spLocks noGrp="1"/>
          </p:cNvSpPr>
          <p:nvPr>
            <p:ph type="sldNum" sz="quarter" idx="5"/>
          </p:nvPr>
        </p:nvSpPr>
        <p:spPr/>
        <p:txBody>
          <a:bodyPr/>
          <a:lstStyle/>
          <a:p>
            <a:fld id="{D4C46301-0EDF-4B83-92B3-63D397A94C72}" type="slidenum">
              <a:rPr lang="es-ES" smtClean="0"/>
              <a:t>7</a:t>
            </a:fld>
            <a:endParaRPr lang="es-ES"/>
          </a:p>
        </p:txBody>
      </p:sp>
    </p:spTree>
    <p:extLst>
      <p:ext uri="{BB962C8B-B14F-4D97-AF65-F5344CB8AC3E}">
        <p14:creationId xmlns:p14="http://schemas.microsoft.com/office/powerpoint/2010/main" val="2177408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Evidencia de la ejecución del comando de descompresión en el directorio </a:t>
            </a:r>
            <a:r>
              <a:rPr lang="es-ES" b="1" dirty="0"/>
              <a:t>/</a:t>
            </a:r>
            <a:r>
              <a:rPr lang="es-ES" b="1" dirty="0" err="1"/>
              <a:t>tmp</a:t>
            </a:r>
            <a:r>
              <a:rPr lang="es-ES" b="1" dirty="0"/>
              <a:t>/portable</a:t>
            </a:r>
            <a:r>
              <a:rPr lang="es-ES" dirty="0"/>
              <a:t>. Se listan los ficheros y directorios extraídos del zip, confirmando que la migración de datos entre sistemas de archivos (de NTFS a Ext4) se ha realizado sin pérdida de información.</a:t>
            </a:r>
          </a:p>
        </p:txBody>
      </p:sp>
      <p:sp>
        <p:nvSpPr>
          <p:cNvPr id="4" name="Marcador de número de diapositiva 3"/>
          <p:cNvSpPr>
            <a:spLocks noGrp="1"/>
          </p:cNvSpPr>
          <p:nvPr>
            <p:ph type="sldNum" sz="quarter" idx="5"/>
          </p:nvPr>
        </p:nvSpPr>
        <p:spPr/>
        <p:txBody>
          <a:bodyPr/>
          <a:lstStyle/>
          <a:p>
            <a:fld id="{D4C46301-0EDF-4B83-92B3-63D397A94C72}" type="slidenum">
              <a:rPr lang="es-ES" smtClean="0"/>
              <a:t>8</a:t>
            </a:fld>
            <a:endParaRPr lang="es-ES"/>
          </a:p>
        </p:txBody>
      </p:sp>
    </p:spTree>
    <p:extLst>
      <p:ext uri="{BB962C8B-B14F-4D97-AF65-F5344CB8AC3E}">
        <p14:creationId xmlns:p14="http://schemas.microsoft.com/office/powerpoint/2010/main" val="33986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Salida del comando </a:t>
            </a:r>
            <a:r>
              <a:rPr lang="es-ES" b="1" dirty="0" err="1"/>
              <a:t>ls</a:t>
            </a:r>
            <a:r>
              <a:rPr lang="es-ES" b="1" dirty="0"/>
              <a:t> -las</a:t>
            </a:r>
            <a:r>
              <a:rPr lang="es-ES" dirty="0"/>
              <a:t> que verifica el cambio de titularidad mediante </a:t>
            </a:r>
            <a:r>
              <a:rPr lang="es-ES" dirty="0" err="1"/>
              <a:t>chown</a:t>
            </a:r>
            <a:r>
              <a:rPr lang="es-ES" dirty="0"/>
              <a:t> (usuario y grupo </a:t>
            </a:r>
            <a:r>
              <a:rPr lang="es-ES" b="1" dirty="0" err="1"/>
              <a:t>TuID-user</a:t>
            </a:r>
            <a:r>
              <a:rPr lang="es-ES" dirty="0"/>
              <a:t>). Asimismo, se muestran los permisos finales aplicados (control total para el propietario/grupo y lectura para otros), cumpliendo con los estándares de seguridad exigidos.</a:t>
            </a:r>
          </a:p>
        </p:txBody>
      </p:sp>
      <p:sp>
        <p:nvSpPr>
          <p:cNvPr id="4" name="Marcador de número de diapositiva 3"/>
          <p:cNvSpPr>
            <a:spLocks noGrp="1"/>
          </p:cNvSpPr>
          <p:nvPr>
            <p:ph type="sldNum" sz="quarter" idx="5"/>
          </p:nvPr>
        </p:nvSpPr>
        <p:spPr/>
        <p:txBody>
          <a:bodyPr/>
          <a:lstStyle/>
          <a:p>
            <a:fld id="{D4C46301-0EDF-4B83-92B3-63D397A94C72}" type="slidenum">
              <a:rPr lang="es-ES" smtClean="0"/>
              <a:t>9</a:t>
            </a:fld>
            <a:endParaRPr lang="es-ES"/>
          </a:p>
        </p:txBody>
      </p:sp>
    </p:spTree>
    <p:extLst>
      <p:ext uri="{BB962C8B-B14F-4D97-AF65-F5344CB8AC3E}">
        <p14:creationId xmlns:p14="http://schemas.microsoft.com/office/powerpoint/2010/main" val="3742402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Captura detallada de los comandos </a:t>
            </a:r>
            <a:r>
              <a:rPr lang="es-ES" b="1" dirty="0" err="1"/>
              <a:t>pvdisplay</a:t>
            </a:r>
            <a:r>
              <a:rPr lang="es-ES" dirty="0"/>
              <a:t>, </a:t>
            </a:r>
            <a:r>
              <a:rPr lang="es-ES" b="1" dirty="0" err="1"/>
              <a:t>vgdisplay</a:t>
            </a:r>
            <a:r>
              <a:rPr lang="es-ES" dirty="0"/>
              <a:t> y </a:t>
            </a:r>
            <a:r>
              <a:rPr lang="es-ES" b="1" dirty="0" err="1"/>
              <a:t>lvdisplay</a:t>
            </a:r>
            <a:r>
              <a:rPr lang="es-ES" dirty="0"/>
              <a:t>. Se muestra la jerarquía LVM creada sobre el disco de 4 GB: los volúmenes físicos (PV), el grupo de volúmenes (</a:t>
            </a:r>
            <a:r>
              <a:rPr lang="es-ES" b="1" dirty="0"/>
              <a:t>VG-</a:t>
            </a:r>
            <a:r>
              <a:rPr lang="es-ES" b="1" dirty="0" err="1"/>
              <a:t>drodriguez</a:t>
            </a:r>
            <a:r>
              <a:rPr lang="es-ES" dirty="0"/>
              <a:t>) y los dos volúmenes lógicos (</a:t>
            </a:r>
            <a:r>
              <a:rPr lang="es-ES" b="1" dirty="0"/>
              <a:t>LV1-ext4</a:t>
            </a:r>
            <a:r>
              <a:rPr lang="es-ES" dirty="0"/>
              <a:t> y </a:t>
            </a:r>
            <a:r>
              <a:rPr lang="es-ES" b="1" dirty="0"/>
              <a:t>LV2-NTFS</a:t>
            </a:r>
            <a:r>
              <a:rPr lang="es-ES" dirty="0"/>
              <a:t>) con sus respectivos ficheros de prueba.</a:t>
            </a:r>
          </a:p>
        </p:txBody>
      </p:sp>
      <p:sp>
        <p:nvSpPr>
          <p:cNvPr id="4" name="Marcador de número de diapositiva 3"/>
          <p:cNvSpPr>
            <a:spLocks noGrp="1"/>
          </p:cNvSpPr>
          <p:nvPr>
            <p:ph type="sldNum" sz="quarter" idx="5"/>
          </p:nvPr>
        </p:nvSpPr>
        <p:spPr/>
        <p:txBody>
          <a:bodyPr/>
          <a:lstStyle/>
          <a:p>
            <a:fld id="{D4C46301-0EDF-4B83-92B3-63D397A94C72}" type="slidenum">
              <a:rPr lang="es-ES" smtClean="0"/>
              <a:t>10</a:t>
            </a:fld>
            <a:endParaRPr lang="es-ES"/>
          </a:p>
        </p:txBody>
      </p:sp>
    </p:spTree>
    <p:extLst>
      <p:ext uri="{BB962C8B-B14F-4D97-AF65-F5344CB8AC3E}">
        <p14:creationId xmlns:p14="http://schemas.microsoft.com/office/powerpoint/2010/main" val="2451174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Enlace directo al repositorio de </a:t>
            </a:r>
            <a:r>
              <a:rPr lang="es-ES" b="1" dirty="0"/>
              <a:t>GitHub</a:t>
            </a:r>
            <a:r>
              <a:rPr lang="es-ES" dirty="0"/>
              <a:t> donde se ha alojado el proyecto. El repositorio incluye la estructura de subdirectorios requerida y el documento de presentación final con todas las evidencias de la práctica. URL: </a:t>
            </a:r>
            <a:r>
              <a:rPr lang="es-ES" b="1" u="sng" dirty="0"/>
              <a:t>https://github.com/Drodrigue21/drodriguez-iso-examen</a:t>
            </a:r>
          </a:p>
        </p:txBody>
      </p:sp>
      <p:sp>
        <p:nvSpPr>
          <p:cNvPr id="4" name="Marcador de número de diapositiva 3"/>
          <p:cNvSpPr>
            <a:spLocks noGrp="1"/>
          </p:cNvSpPr>
          <p:nvPr>
            <p:ph type="sldNum" sz="quarter" idx="5"/>
          </p:nvPr>
        </p:nvSpPr>
        <p:spPr/>
        <p:txBody>
          <a:bodyPr/>
          <a:lstStyle/>
          <a:p>
            <a:fld id="{D4C46301-0EDF-4B83-92B3-63D397A94C72}" type="slidenum">
              <a:rPr lang="es-ES" smtClean="0"/>
              <a:t>11</a:t>
            </a:fld>
            <a:endParaRPr lang="es-ES"/>
          </a:p>
        </p:txBody>
      </p:sp>
    </p:spTree>
    <p:extLst>
      <p:ext uri="{BB962C8B-B14F-4D97-AF65-F5344CB8AC3E}">
        <p14:creationId xmlns:p14="http://schemas.microsoft.com/office/powerpoint/2010/main" val="3428187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F35273-207C-22CE-91BF-BB9387E907A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5AA9F07F-4E3B-39F4-7F0B-231F34B9A8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4F90E983-99A1-08CA-AA01-27D091FFFB6A}"/>
              </a:ext>
            </a:extLst>
          </p:cNvPr>
          <p:cNvSpPr>
            <a:spLocks noGrp="1"/>
          </p:cNvSpPr>
          <p:nvPr>
            <p:ph type="dt" sz="half" idx="10"/>
          </p:nvPr>
        </p:nvSpPr>
        <p:spPr/>
        <p:txBody>
          <a:bodyPr/>
          <a:lstStyle/>
          <a:p>
            <a:fld id="{ABCF699C-D4CE-42C6-BC96-EE4A763E9ADF}" type="datetimeFigureOut">
              <a:rPr lang="es-ES" smtClean="0"/>
              <a:t>22/05/2026</a:t>
            </a:fld>
            <a:endParaRPr lang="es-ES"/>
          </a:p>
        </p:txBody>
      </p:sp>
      <p:sp>
        <p:nvSpPr>
          <p:cNvPr id="5" name="Marcador de pie de página 4">
            <a:extLst>
              <a:ext uri="{FF2B5EF4-FFF2-40B4-BE49-F238E27FC236}">
                <a16:creationId xmlns:a16="http://schemas.microsoft.com/office/drawing/2014/main" id="{154A08DB-0A43-0B7B-BCE3-814061C3D8F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A793024-E9D1-B013-7A5B-96BE5EC3E71C}"/>
              </a:ext>
            </a:extLst>
          </p:cNvPr>
          <p:cNvSpPr>
            <a:spLocks noGrp="1"/>
          </p:cNvSpPr>
          <p:nvPr>
            <p:ph type="sldNum" sz="quarter" idx="12"/>
          </p:nvPr>
        </p:nvSpPr>
        <p:spPr/>
        <p:txBody>
          <a:bodyPr/>
          <a:lstStyle/>
          <a:p>
            <a:fld id="{996A4268-A228-475B-B14D-38465E29E91C}" type="slidenum">
              <a:rPr lang="es-ES" smtClean="0"/>
              <a:t>‹Nº›</a:t>
            </a:fld>
            <a:endParaRPr lang="es-ES"/>
          </a:p>
        </p:txBody>
      </p:sp>
    </p:spTree>
    <p:extLst>
      <p:ext uri="{BB962C8B-B14F-4D97-AF65-F5344CB8AC3E}">
        <p14:creationId xmlns:p14="http://schemas.microsoft.com/office/powerpoint/2010/main" val="1007511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A77D94-BEE5-6D0C-B219-C7EDF27A09A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FA356FA-B5C6-0CC5-BAC8-67A13B0167F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6D3B6AA-BC19-C594-70DD-00A84B0CDB75}"/>
              </a:ext>
            </a:extLst>
          </p:cNvPr>
          <p:cNvSpPr>
            <a:spLocks noGrp="1"/>
          </p:cNvSpPr>
          <p:nvPr>
            <p:ph type="dt" sz="half" idx="10"/>
          </p:nvPr>
        </p:nvSpPr>
        <p:spPr/>
        <p:txBody>
          <a:bodyPr/>
          <a:lstStyle/>
          <a:p>
            <a:fld id="{ABCF699C-D4CE-42C6-BC96-EE4A763E9ADF}" type="datetimeFigureOut">
              <a:rPr lang="es-ES" smtClean="0"/>
              <a:t>22/05/2026</a:t>
            </a:fld>
            <a:endParaRPr lang="es-ES"/>
          </a:p>
        </p:txBody>
      </p:sp>
      <p:sp>
        <p:nvSpPr>
          <p:cNvPr id="5" name="Marcador de pie de página 4">
            <a:extLst>
              <a:ext uri="{FF2B5EF4-FFF2-40B4-BE49-F238E27FC236}">
                <a16:creationId xmlns:a16="http://schemas.microsoft.com/office/drawing/2014/main" id="{59E9DA78-BF3A-9971-1923-AD24DE4D138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E9ABDBE-B4E0-A5BC-CB36-DC5CB4A02440}"/>
              </a:ext>
            </a:extLst>
          </p:cNvPr>
          <p:cNvSpPr>
            <a:spLocks noGrp="1"/>
          </p:cNvSpPr>
          <p:nvPr>
            <p:ph type="sldNum" sz="quarter" idx="12"/>
          </p:nvPr>
        </p:nvSpPr>
        <p:spPr/>
        <p:txBody>
          <a:bodyPr/>
          <a:lstStyle/>
          <a:p>
            <a:fld id="{996A4268-A228-475B-B14D-38465E29E91C}" type="slidenum">
              <a:rPr lang="es-ES" smtClean="0"/>
              <a:t>‹Nº›</a:t>
            </a:fld>
            <a:endParaRPr lang="es-ES"/>
          </a:p>
        </p:txBody>
      </p:sp>
    </p:spTree>
    <p:extLst>
      <p:ext uri="{BB962C8B-B14F-4D97-AF65-F5344CB8AC3E}">
        <p14:creationId xmlns:p14="http://schemas.microsoft.com/office/powerpoint/2010/main" val="391746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898EFE-AE6E-E4A4-1769-DECF5523653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ECBE81FA-CF46-F358-F339-5DDA98A028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24FD8EA-4442-7259-759A-B1E50408C7D3}"/>
              </a:ext>
            </a:extLst>
          </p:cNvPr>
          <p:cNvSpPr>
            <a:spLocks noGrp="1"/>
          </p:cNvSpPr>
          <p:nvPr>
            <p:ph type="dt" sz="half" idx="10"/>
          </p:nvPr>
        </p:nvSpPr>
        <p:spPr/>
        <p:txBody>
          <a:bodyPr/>
          <a:lstStyle/>
          <a:p>
            <a:fld id="{ABCF699C-D4CE-42C6-BC96-EE4A763E9ADF}" type="datetimeFigureOut">
              <a:rPr lang="es-ES" smtClean="0"/>
              <a:t>22/05/2026</a:t>
            </a:fld>
            <a:endParaRPr lang="es-ES"/>
          </a:p>
        </p:txBody>
      </p:sp>
      <p:sp>
        <p:nvSpPr>
          <p:cNvPr id="5" name="Marcador de pie de página 4">
            <a:extLst>
              <a:ext uri="{FF2B5EF4-FFF2-40B4-BE49-F238E27FC236}">
                <a16:creationId xmlns:a16="http://schemas.microsoft.com/office/drawing/2014/main" id="{B1D6CF2B-4853-B9C1-0224-B4580ED8378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F86EF39-EB1E-C6F8-D1E3-5599E7187EEE}"/>
              </a:ext>
            </a:extLst>
          </p:cNvPr>
          <p:cNvSpPr>
            <a:spLocks noGrp="1"/>
          </p:cNvSpPr>
          <p:nvPr>
            <p:ph type="sldNum" sz="quarter" idx="12"/>
          </p:nvPr>
        </p:nvSpPr>
        <p:spPr/>
        <p:txBody>
          <a:bodyPr/>
          <a:lstStyle/>
          <a:p>
            <a:fld id="{996A4268-A228-475B-B14D-38465E29E91C}" type="slidenum">
              <a:rPr lang="es-ES" smtClean="0"/>
              <a:t>‹Nº›</a:t>
            </a:fld>
            <a:endParaRPr lang="es-ES"/>
          </a:p>
        </p:txBody>
      </p:sp>
    </p:spTree>
    <p:extLst>
      <p:ext uri="{BB962C8B-B14F-4D97-AF65-F5344CB8AC3E}">
        <p14:creationId xmlns:p14="http://schemas.microsoft.com/office/powerpoint/2010/main" val="1856346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230FFB-A529-2272-9B72-68E55EF38A3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016F536-113A-C74D-DBE5-F5081F7C034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FE2DB593-6C70-F066-E16A-11D4228F3D1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244A2965-3B1B-F8D8-57FD-6E914D99996B}"/>
              </a:ext>
            </a:extLst>
          </p:cNvPr>
          <p:cNvSpPr>
            <a:spLocks noGrp="1"/>
          </p:cNvSpPr>
          <p:nvPr>
            <p:ph type="dt" sz="half" idx="10"/>
          </p:nvPr>
        </p:nvSpPr>
        <p:spPr/>
        <p:txBody>
          <a:bodyPr/>
          <a:lstStyle/>
          <a:p>
            <a:fld id="{ABCF699C-D4CE-42C6-BC96-EE4A763E9ADF}" type="datetimeFigureOut">
              <a:rPr lang="es-ES" smtClean="0"/>
              <a:t>22/05/2026</a:t>
            </a:fld>
            <a:endParaRPr lang="es-ES"/>
          </a:p>
        </p:txBody>
      </p:sp>
      <p:sp>
        <p:nvSpPr>
          <p:cNvPr id="6" name="Marcador de pie de página 5">
            <a:extLst>
              <a:ext uri="{FF2B5EF4-FFF2-40B4-BE49-F238E27FC236}">
                <a16:creationId xmlns:a16="http://schemas.microsoft.com/office/drawing/2014/main" id="{E4667B10-FC2D-C123-D21E-9A094DA7591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BCAE346-6FC7-E362-34AF-0A2DEE0DDA3B}"/>
              </a:ext>
            </a:extLst>
          </p:cNvPr>
          <p:cNvSpPr>
            <a:spLocks noGrp="1"/>
          </p:cNvSpPr>
          <p:nvPr>
            <p:ph type="sldNum" sz="quarter" idx="12"/>
          </p:nvPr>
        </p:nvSpPr>
        <p:spPr/>
        <p:txBody>
          <a:bodyPr/>
          <a:lstStyle/>
          <a:p>
            <a:fld id="{996A4268-A228-475B-B14D-38465E29E91C}" type="slidenum">
              <a:rPr lang="es-ES" smtClean="0"/>
              <a:t>‹Nº›</a:t>
            </a:fld>
            <a:endParaRPr lang="es-ES"/>
          </a:p>
        </p:txBody>
      </p:sp>
    </p:spTree>
    <p:extLst>
      <p:ext uri="{BB962C8B-B14F-4D97-AF65-F5344CB8AC3E}">
        <p14:creationId xmlns:p14="http://schemas.microsoft.com/office/powerpoint/2010/main" val="2794219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76F15C-36D5-AA4B-7F12-B99220E32BBA}"/>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AC59CB11-AE0B-8BCF-F873-1699C8896F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7F69109-9B57-55A9-B0F0-C6E75B59556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08C6AFAA-5FE8-3E1F-42E6-72374995F3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5FC43C0-0237-4A2E-97A5-4D5EF4EB39C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A8B19AB-17AD-FF2E-D3A0-9174AB6DF132}"/>
              </a:ext>
            </a:extLst>
          </p:cNvPr>
          <p:cNvSpPr>
            <a:spLocks noGrp="1"/>
          </p:cNvSpPr>
          <p:nvPr>
            <p:ph type="dt" sz="half" idx="10"/>
          </p:nvPr>
        </p:nvSpPr>
        <p:spPr/>
        <p:txBody>
          <a:bodyPr/>
          <a:lstStyle/>
          <a:p>
            <a:fld id="{ABCF699C-D4CE-42C6-BC96-EE4A763E9ADF}" type="datetimeFigureOut">
              <a:rPr lang="es-ES" smtClean="0"/>
              <a:t>22/05/2026</a:t>
            </a:fld>
            <a:endParaRPr lang="es-ES"/>
          </a:p>
        </p:txBody>
      </p:sp>
      <p:sp>
        <p:nvSpPr>
          <p:cNvPr id="8" name="Marcador de pie de página 7">
            <a:extLst>
              <a:ext uri="{FF2B5EF4-FFF2-40B4-BE49-F238E27FC236}">
                <a16:creationId xmlns:a16="http://schemas.microsoft.com/office/drawing/2014/main" id="{37EF0C7C-3689-F23A-3753-61C92A1B55B9}"/>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CBC484B1-2979-4B7A-6E06-2D447364A2D3}"/>
              </a:ext>
            </a:extLst>
          </p:cNvPr>
          <p:cNvSpPr>
            <a:spLocks noGrp="1"/>
          </p:cNvSpPr>
          <p:nvPr>
            <p:ph type="sldNum" sz="quarter" idx="12"/>
          </p:nvPr>
        </p:nvSpPr>
        <p:spPr/>
        <p:txBody>
          <a:bodyPr/>
          <a:lstStyle/>
          <a:p>
            <a:fld id="{996A4268-A228-475B-B14D-38465E29E91C}" type="slidenum">
              <a:rPr lang="es-ES" smtClean="0"/>
              <a:t>‹Nº›</a:t>
            </a:fld>
            <a:endParaRPr lang="es-ES"/>
          </a:p>
        </p:txBody>
      </p:sp>
    </p:spTree>
    <p:extLst>
      <p:ext uri="{BB962C8B-B14F-4D97-AF65-F5344CB8AC3E}">
        <p14:creationId xmlns:p14="http://schemas.microsoft.com/office/powerpoint/2010/main" val="1912921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D3B59-42C0-61D6-B6B9-583BCECB0219}"/>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F5727329-98CE-911C-AF2D-A39A4A472240}"/>
              </a:ext>
            </a:extLst>
          </p:cNvPr>
          <p:cNvSpPr>
            <a:spLocks noGrp="1"/>
          </p:cNvSpPr>
          <p:nvPr>
            <p:ph type="dt" sz="half" idx="10"/>
          </p:nvPr>
        </p:nvSpPr>
        <p:spPr/>
        <p:txBody>
          <a:bodyPr/>
          <a:lstStyle/>
          <a:p>
            <a:fld id="{ABCF699C-D4CE-42C6-BC96-EE4A763E9ADF}" type="datetimeFigureOut">
              <a:rPr lang="es-ES" smtClean="0"/>
              <a:t>22/05/2026</a:t>
            </a:fld>
            <a:endParaRPr lang="es-ES"/>
          </a:p>
        </p:txBody>
      </p:sp>
      <p:sp>
        <p:nvSpPr>
          <p:cNvPr id="4" name="Marcador de pie de página 3">
            <a:extLst>
              <a:ext uri="{FF2B5EF4-FFF2-40B4-BE49-F238E27FC236}">
                <a16:creationId xmlns:a16="http://schemas.microsoft.com/office/drawing/2014/main" id="{53DA19ED-FA9E-FCB2-9BD6-E4868EE2570F}"/>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28CD126-06F9-A940-466D-AFF89CDFEFC4}"/>
              </a:ext>
            </a:extLst>
          </p:cNvPr>
          <p:cNvSpPr>
            <a:spLocks noGrp="1"/>
          </p:cNvSpPr>
          <p:nvPr>
            <p:ph type="sldNum" sz="quarter" idx="12"/>
          </p:nvPr>
        </p:nvSpPr>
        <p:spPr/>
        <p:txBody>
          <a:bodyPr/>
          <a:lstStyle/>
          <a:p>
            <a:fld id="{996A4268-A228-475B-B14D-38465E29E91C}" type="slidenum">
              <a:rPr lang="es-ES" smtClean="0"/>
              <a:t>‹Nº›</a:t>
            </a:fld>
            <a:endParaRPr lang="es-ES"/>
          </a:p>
        </p:txBody>
      </p:sp>
    </p:spTree>
    <p:extLst>
      <p:ext uri="{BB962C8B-B14F-4D97-AF65-F5344CB8AC3E}">
        <p14:creationId xmlns:p14="http://schemas.microsoft.com/office/powerpoint/2010/main" val="1602788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C702B7E-2AE7-EFA1-FC02-EB5E32B07A0C}"/>
              </a:ext>
            </a:extLst>
          </p:cNvPr>
          <p:cNvSpPr>
            <a:spLocks noGrp="1"/>
          </p:cNvSpPr>
          <p:nvPr>
            <p:ph type="dt" sz="half" idx="10"/>
          </p:nvPr>
        </p:nvSpPr>
        <p:spPr/>
        <p:txBody>
          <a:bodyPr/>
          <a:lstStyle/>
          <a:p>
            <a:fld id="{ABCF699C-D4CE-42C6-BC96-EE4A763E9ADF}" type="datetimeFigureOut">
              <a:rPr lang="es-ES" smtClean="0"/>
              <a:t>22/05/2026</a:t>
            </a:fld>
            <a:endParaRPr lang="es-ES"/>
          </a:p>
        </p:txBody>
      </p:sp>
      <p:sp>
        <p:nvSpPr>
          <p:cNvPr id="3" name="Marcador de pie de página 2">
            <a:extLst>
              <a:ext uri="{FF2B5EF4-FFF2-40B4-BE49-F238E27FC236}">
                <a16:creationId xmlns:a16="http://schemas.microsoft.com/office/drawing/2014/main" id="{14256F8F-2641-32C5-3765-F9242484BC8D}"/>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404029BB-A472-D00C-CC39-A3BCBC3EEE38}"/>
              </a:ext>
            </a:extLst>
          </p:cNvPr>
          <p:cNvSpPr>
            <a:spLocks noGrp="1"/>
          </p:cNvSpPr>
          <p:nvPr>
            <p:ph type="sldNum" sz="quarter" idx="12"/>
          </p:nvPr>
        </p:nvSpPr>
        <p:spPr/>
        <p:txBody>
          <a:bodyPr/>
          <a:lstStyle/>
          <a:p>
            <a:fld id="{996A4268-A228-475B-B14D-38465E29E91C}" type="slidenum">
              <a:rPr lang="es-ES" smtClean="0"/>
              <a:t>‹Nº›</a:t>
            </a:fld>
            <a:endParaRPr lang="es-ES"/>
          </a:p>
        </p:txBody>
      </p:sp>
    </p:spTree>
    <p:extLst>
      <p:ext uri="{BB962C8B-B14F-4D97-AF65-F5344CB8AC3E}">
        <p14:creationId xmlns:p14="http://schemas.microsoft.com/office/powerpoint/2010/main" val="2629205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70C7A8-CA5C-89D0-7A31-286044D0FA1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EF723EC-6EA6-42A7-9D34-AB2088175B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39F4C295-9681-8990-EF98-CBA3ACFC2F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CD5C764-5F02-4B93-00F8-150A36B7678D}"/>
              </a:ext>
            </a:extLst>
          </p:cNvPr>
          <p:cNvSpPr>
            <a:spLocks noGrp="1"/>
          </p:cNvSpPr>
          <p:nvPr>
            <p:ph type="dt" sz="half" idx="10"/>
          </p:nvPr>
        </p:nvSpPr>
        <p:spPr/>
        <p:txBody>
          <a:bodyPr/>
          <a:lstStyle/>
          <a:p>
            <a:fld id="{ABCF699C-D4CE-42C6-BC96-EE4A763E9ADF}" type="datetimeFigureOut">
              <a:rPr lang="es-ES" smtClean="0"/>
              <a:t>22/05/2026</a:t>
            </a:fld>
            <a:endParaRPr lang="es-ES"/>
          </a:p>
        </p:txBody>
      </p:sp>
      <p:sp>
        <p:nvSpPr>
          <p:cNvPr id="6" name="Marcador de pie de página 5">
            <a:extLst>
              <a:ext uri="{FF2B5EF4-FFF2-40B4-BE49-F238E27FC236}">
                <a16:creationId xmlns:a16="http://schemas.microsoft.com/office/drawing/2014/main" id="{64DEDDA7-E1EF-CC3D-937D-5E52999EA7C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2390AB20-0D79-6058-9F2C-F508C9FB7E33}"/>
              </a:ext>
            </a:extLst>
          </p:cNvPr>
          <p:cNvSpPr>
            <a:spLocks noGrp="1"/>
          </p:cNvSpPr>
          <p:nvPr>
            <p:ph type="sldNum" sz="quarter" idx="12"/>
          </p:nvPr>
        </p:nvSpPr>
        <p:spPr/>
        <p:txBody>
          <a:bodyPr/>
          <a:lstStyle/>
          <a:p>
            <a:fld id="{996A4268-A228-475B-B14D-38465E29E91C}" type="slidenum">
              <a:rPr lang="es-ES" smtClean="0"/>
              <a:t>‹Nº›</a:t>
            </a:fld>
            <a:endParaRPr lang="es-ES"/>
          </a:p>
        </p:txBody>
      </p:sp>
    </p:spTree>
    <p:extLst>
      <p:ext uri="{BB962C8B-B14F-4D97-AF65-F5344CB8AC3E}">
        <p14:creationId xmlns:p14="http://schemas.microsoft.com/office/powerpoint/2010/main" val="1565586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E715C3-B205-66BD-D3D0-7238AFD509F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DA22D204-A7E3-F6B4-5F9A-2F1DF76B7A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866D7A89-D5DA-F3B9-270F-F38DD5F783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E74FCE1-F7AE-0CE0-3E6C-E3FEF82797D3}"/>
              </a:ext>
            </a:extLst>
          </p:cNvPr>
          <p:cNvSpPr>
            <a:spLocks noGrp="1"/>
          </p:cNvSpPr>
          <p:nvPr>
            <p:ph type="dt" sz="half" idx="10"/>
          </p:nvPr>
        </p:nvSpPr>
        <p:spPr/>
        <p:txBody>
          <a:bodyPr/>
          <a:lstStyle/>
          <a:p>
            <a:fld id="{ABCF699C-D4CE-42C6-BC96-EE4A763E9ADF}" type="datetimeFigureOut">
              <a:rPr lang="es-ES" smtClean="0"/>
              <a:t>22/05/2026</a:t>
            </a:fld>
            <a:endParaRPr lang="es-ES"/>
          </a:p>
        </p:txBody>
      </p:sp>
      <p:sp>
        <p:nvSpPr>
          <p:cNvPr id="6" name="Marcador de pie de página 5">
            <a:extLst>
              <a:ext uri="{FF2B5EF4-FFF2-40B4-BE49-F238E27FC236}">
                <a16:creationId xmlns:a16="http://schemas.microsoft.com/office/drawing/2014/main" id="{7879DB84-63B7-9F3B-4A11-163F6B658733}"/>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2B5C462-65B5-AD74-F5E5-8D7610BF7127}"/>
              </a:ext>
            </a:extLst>
          </p:cNvPr>
          <p:cNvSpPr>
            <a:spLocks noGrp="1"/>
          </p:cNvSpPr>
          <p:nvPr>
            <p:ph type="sldNum" sz="quarter" idx="12"/>
          </p:nvPr>
        </p:nvSpPr>
        <p:spPr/>
        <p:txBody>
          <a:bodyPr/>
          <a:lstStyle/>
          <a:p>
            <a:fld id="{996A4268-A228-475B-B14D-38465E29E91C}" type="slidenum">
              <a:rPr lang="es-ES" smtClean="0"/>
              <a:t>‹Nº›</a:t>
            </a:fld>
            <a:endParaRPr lang="es-ES"/>
          </a:p>
        </p:txBody>
      </p:sp>
    </p:spTree>
    <p:extLst>
      <p:ext uri="{BB962C8B-B14F-4D97-AF65-F5344CB8AC3E}">
        <p14:creationId xmlns:p14="http://schemas.microsoft.com/office/powerpoint/2010/main" val="2033679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0AA83C-EDA6-9967-02F4-A3F09BBE7184}"/>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A34195C-A2B7-36AB-78E7-5C3CBFDE4FB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3DDA2FD-46AC-1501-64D1-B98F6B5CC2EE}"/>
              </a:ext>
            </a:extLst>
          </p:cNvPr>
          <p:cNvSpPr>
            <a:spLocks noGrp="1"/>
          </p:cNvSpPr>
          <p:nvPr>
            <p:ph type="dt" sz="half" idx="10"/>
          </p:nvPr>
        </p:nvSpPr>
        <p:spPr/>
        <p:txBody>
          <a:bodyPr/>
          <a:lstStyle/>
          <a:p>
            <a:fld id="{ABCF699C-D4CE-42C6-BC96-EE4A763E9ADF}" type="datetimeFigureOut">
              <a:rPr lang="es-ES" smtClean="0"/>
              <a:t>22/05/2026</a:t>
            </a:fld>
            <a:endParaRPr lang="es-ES"/>
          </a:p>
        </p:txBody>
      </p:sp>
      <p:sp>
        <p:nvSpPr>
          <p:cNvPr id="5" name="Marcador de pie de página 4">
            <a:extLst>
              <a:ext uri="{FF2B5EF4-FFF2-40B4-BE49-F238E27FC236}">
                <a16:creationId xmlns:a16="http://schemas.microsoft.com/office/drawing/2014/main" id="{FF427179-0757-3E7E-F74C-39E11295317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5593042-FE0F-0449-3D4F-2027644E3ACC}"/>
              </a:ext>
            </a:extLst>
          </p:cNvPr>
          <p:cNvSpPr>
            <a:spLocks noGrp="1"/>
          </p:cNvSpPr>
          <p:nvPr>
            <p:ph type="sldNum" sz="quarter" idx="12"/>
          </p:nvPr>
        </p:nvSpPr>
        <p:spPr/>
        <p:txBody>
          <a:bodyPr/>
          <a:lstStyle/>
          <a:p>
            <a:fld id="{996A4268-A228-475B-B14D-38465E29E91C}" type="slidenum">
              <a:rPr lang="es-ES" smtClean="0"/>
              <a:t>‹Nº›</a:t>
            </a:fld>
            <a:endParaRPr lang="es-ES"/>
          </a:p>
        </p:txBody>
      </p:sp>
    </p:spTree>
    <p:extLst>
      <p:ext uri="{BB962C8B-B14F-4D97-AF65-F5344CB8AC3E}">
        <p14:creationId xmlns:p14="http://schemas.microsoft.com/office/powerpoint/2010/main" val="1724094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EC55152-09DD-B12C-7E78-8F1672900F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C034D3B-C5AF-6EE5-77FB-E1519B986E9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0A251AC-8208-B5A5-33AB-3E272B007781}"/>
              </a:ext>
            </a:extLst>
          </p:cNvPr>
          <p:cNvSpPr>
            <a:spLocks noGrp="1"/>
          </p:cNvSpPr>
          <p:nvPr>
            <p:ph type="dt" sz="half" idx="10"/>
          </p:nvPr>
        </p:nvSpPr>
        <p:spPr/>
        <p:txBody>
          <a:bodyPr/>
          <a:lstStyle/>
          <a:p>
            <a:fld id="{ABCF699C-D4CE-42C6-BC96-EE4A763E9ADF}" type="datetimeFigureOut">
              <a:rPr lang="es-ES" smtClean="0"/>
              <a:t>22/05/2026</a:t>
            </a:fld>
            <a:endParaRPr lang="es-ES"/>
          </a:p>
        </p:txBody>
      </p:sp>
      <p:sp>
        <p:nvSpPr>
          <p:cNvPr id="5" name="Marcador de pie de página 4">
            <a:extLst>
              <a:ext uri="{FF2B5EF4-FFF2-40B4-BE49-F238E27FC236}">
                <a16:creationId xmlns:a16="http://schemas.microsoft.com/office/drawing/2014/main" id="{DBF01334-8F8E-6CA2-0ED1-F93E42F4B43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B4E2E3D-93DC-AC4B-1DB3-E145066632DF}"/>
              </a:ext>
            </a:extLst>
          </p:cNvPr>
          <p:cNvSpPr>
            <a:spLocks noGrp="1"/>
          </p:cNvSpPr>
          <p:nvPr>
            <p:ph type="sldNum" sz="quarter" idx="12"/>
          </p:nvPr>
        </p:nvSpPr>
        <p:spPr/>
        <p:txBody>
          <a:bodyPr/>
          <a:lstStyle/>
          <a:p>
            <a:fld id="{996A4268-A228-475B-B14D-38465E29E91C}" type="slidenum">
              <a:rPr lang="es-ES" smtClean="0"/>
              <a:t>‹Nº›</a:t>
            </a:fld>
            <a:endParaRPr lang="es-ES"/>
          </a:p>
        </p:txBody>
      </p:sp>
    </p:spTree>
    <p:extLst>
      <p:ext uri="{BB962C8B-B14F-4D97-AF65-F5344CB8AC3E}">
        <p14:creationId xmlns:p14="http://schemas.microsoft.com/office/powerpoint/2010/main" val="1165506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617E737-5469-FCC8-DC13-B920D0CC9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0DB98D5-8E59-294A-3BBB-8F1734D9D3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5088E26-C0D3-C962-61EE-E44FB4FC3E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CF699C-D4CE-42C6-BC96-EE4A763E9ADF}" type="datetimeFigureOut">
              <a:rPr lang="es-ES" smtClean="0"/>
              <a:t>22/05/2026</a:t>
            </a:fld>
            <a:endParaRPr lang="es-ES"/>
          </a:p>
        </p:txBody>
      </p:sp>
      <p:sp>
        <p:nvSpPr>
          <p:cNvPr id="5" name="Marcador de pie de página 4">
            <a:extLst>
              <a:ext uri="{FF2B5EF4-FFF2-40B4-BE49-F238E27FC236}">
                <a16:creationId xmlns:a16="http://schemas.microsoft.com/office/drawing/2014/main" id="{5AE1C2F6-8BC2-319C-2824-B453DD61B2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65D23A3C-A5E2-9E0D-CB97-7ACD89A239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6A4268-A228-475B-B14D-38465E29E91C}" type="slidenum">
              <a:rPr lang="es-ES" smtClean="0"/>
              <a:t>‹Nº›</a:t>
            </a:fld>
            <a:endParaRPr lang="es-ES"/>
          </a:p>
        </p:txBody>
      </p:sp>
    </p:spTree>
    <p:extLst>
      <p:ext uri="{BB962C8B-B14F-4D97-AF65-F5344CB8AC3E}">
        <p14:creationId xmlns:p14="http://schemas.microsoft.com/office/powerpoint/2010/main" val="941415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21B0D6-F63A-B5E2-53CC-7C0941C4B59F}"/>
              </a:ext>
            </a:extLst>
          </p:cNvPr>
          <p:cNvSpPr>
            <a:spLocks noGrp="1"/>
          </p:cNvSpPr>
          <p:nvPr>
            <p:ph type="ctrTitle"/>
          </p:nvPr>
        </p:nvSpPr>
        <p:spPr/>
        <p:txBody>
          <a:bodyPr/>
          <a:lstStyle/>
          <a:p>
            <a:endParaRPr lang="es-ES" dirty="0"/>
          </a:p>
        </p:txBody>
      </p:sp>
      <p:sp>
        <p:nvSpPr>
          <p:cNvPr id="3" name="Subtítulo 2">
            <a:extLst>
              <a:ext uri="{FF2B5EF4-FFF2-40B4-BE49-F238E27FC236}">
                <a16:creationId xmlns:a16="http://schemas.microsoft.com/office/drawing/2014/main" id="{1F04096C-023C-68F4-6EDF-517BABE86809}"/>
              </a:ext>
            </a:extLst>
          </p:cNvPr>
          <p:cNvSpPr>
            <a:spLocks noGrp="1"/>
          </p:cNvSpPr>
          <p:nvPr>
            <p:ph type="subTitle" idx="1"/>
          </p:nvPr>
        </p:nvSpPr>
        <p:spPr/>
        <p:txBody>
          <a:bodyPr/>
          <a:lstStyle/>
          <a:p>
            <a:endParaRPr lang="es-ES"/>
          </a:p>
        </p:txBody>
      </p:sp>
      <p:pic>
        <p:nvPicPr>
          <p:cNvPr id="5" name="Imagen 4">
            <a:extLst>
              <a:ext uri="{FF2B5EF4-FFF2-40B4-BE49-F238E27FC236}">
                <a16:creationId xmlns:a16="http://schemas.microsoft.com/office/drawing/2014/main" id="{B210B404-2C20-5330-D960-52BCA0754337}"/>
              </a:ext>
            </a:extLst>
          </p:cNvPr>
          <p:cNvPicPr>
            <a:picLocks noChangeAspect="1"/>
          </p:cNvPicPr>
          <p:nvPr/>
        </p:nvPicPr>
        <p:blipFill>
          <a:blip r:embed="rId3"/>
          <a:stretch>
            <a:fillRect/>
          </a:stretch>
        </p:blipFill>
        <p:spPr>
          <a:xfrm>
            <a:off x="2593801" y="658174"/>
            <a:ext cx="6577008" cy="5195576"/>
          </a:xfrm>
          <a:prstGeom prst="rect">
            <a:avLst/>
          </a:prstGeom>
        </p:spPr>
      </p:pic>
    </p:spTree>
    <p:extLst>
      <p:ext uri="{BB962C8B-B14F-4D97-AF65-F5344CB8AC3E}">
        <p14:creationId xmlns:p14="http://schemas.microsoft.com/office/powerpoint/2010/main" val="873442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9AA52C-0B23-7B75-6071-B67321CDC2B6}"/>
              </a:ext>
            </a:extLst>
          </p:cNvPr>
          <p:cNvSpPr>
            <a:spLocks noGrp="1"/>
          </p:cNvSpPr>
          <p:nvPr>
            <p:ph type="title"/>
          </p:nvPr>
        </p:nvSpPr>
        <p:spPr/>
        <p:txBody>
          <a:bodyPr/>
          <a:lstStyle/>
          <a:p>
            <a:endParaRPr lang="es-ES"/>
          </a:p>
        </p:txBody>
      </p:sp>
      <p:pic>
        <p:nvPicPr>
          <p:cNvPr id="9" name="Imagen 8">
            <a:extLst>
              <a:ext uri="{FF2B5EF4-FFF2-40B4-BE49-F238E27FC236}">
                <a16:creationId xmlns:a16="http://schemas.microsoft.com/office/drawing/2014/main" id="{F4986C3F-C00B-7E18-C0BC-A68F2FE0038A}"/>
              </a:ext>
            </a:extLst>
          </p:cNvPr>
          <p:cNvPicPr>
            <a:picLocks noChangeAspect="1"/>
          </p:cNvPicPr>
          <p:nvPr/>
        </p:nvPicPr>
        <p:blipFill>
          <a:blip r:embed="rId3"/>
          <a:stretch>
            <a:fillRect/>
          </a:stretch>
        </p:blipFill>
        <p:spPr>
          <a:xfrm>
            <a:off x="121248" y="1512867"/>
            <a:ext cx="5910764" cy="4027622"/>
          </a:xfrm>
          <a:prstGeom prst="rect">
            <a:avLst/>
          </a:prstGeom>
        </p:spPr>
      </p:pic>
      <p:pic>
        <p:nvPicPr>
          <p:cNvPr id="13" name="Marcador de contenido 12">
            <a:extLst>
              <a:ext uri="{FF2B5EF4-FFF2-40B4-BE49-F238E27FC236}">
                <a16:creationId xmlns:a16="http://schemas.microsoft.com/office/drawing/2014/main" id="{B518DD43-CCB5-81CB-7EFF-04EC9213E1D0}"/>
              </a:ext>
            </a:extLst>
          </p:cNvPr>
          <p:cNvPicPr>
            <a:picLocks noGrp="1" noChangeAspect="1"/>
          </p:cNvPicPr>
          <p:nvPr>
            <p:ph idx="1"/>
          </p:nvPr>
        </p:nvPicPr>
        <p:blipFill>
          <a:blip r:embed="rId4"/>
          <a:stretch>
            <a:fillRect/>
          </a:stretch>
        </p:blipFill>
        <p:spPr>
          <a:xfrm>
            <a:off x="6192399" y="1461332"/>
            <a:ext cx="5878354" cy="4027621"/>
          </a:xfrm>
        </p:spPr>
      </p:pic>
    </p:spTree>
    <p:extLst>
      <p:ext uri="{BB962C8B-B14F-4D97-AF65-F5344CB8AC3E}">
        <p14:creationId xmlns:p14="http://schemas.microsoft.com/office/powerpoint/2010/main" val="3444264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F16959-76C0-B7F5-D600-E27744E45F68}"/>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57AC9990-D1F3-06EF-CF71-C5A3135081EE}"/>
              </a:ext>
            </a:extLst>
          </p:cNvPr>
          <p:cNvSpPr>
            <a:spLocks noGrp="1"/>
          </p:cNvSpPr>
          <p:nvPr>
            <p:ph idx="1"/>
          </p:nvPr>
        </p:nvSpPr>
        <p:spPr/>
        <p:txBody>
          <a:bodyPr/>
          <a:lstStyle/>
          <a:p>
            <a:endParaRPr lang="es-ES"/>
          </a:p>
        </p:txBody>
      </p:sp>
      <p:pic>
        <p:nvPicPr>
          <p:cNvPr id="5" name="Imagen 4">
            <a:extLst>
              <a:ext uri="{FF2B5EF4-FFF2-40B4-BE49-F238E27FC236}">
                <a16:creationId xmlns:a16="http://schemas.microsoft.com/office/drawing/2014/main" id="{02452640-9CF8-BAD6-0FCA-6DDB21FA5443}"/>
              </a:ext>
            </a:extLst>
          </p:cNvPr>
          <p:cNvPicPr>
            <a:picLocks noChangeAspect="1"/>
          </p:cNvPicPr>
          <p:nvPr/>
        </p:nvPicPr>
        <p:blipFill>
          <a:blip r:embed="rId3"/>
          <a:stretch>
            <a:fillRect/>
          </a:stretch>
        </p:blipFill>
        <p:spPr>
          <a:xfrm>
            <a:off x="2433126" y="743320"/>
            <a:ext cx="7325747" cy="4991797"/>
          </a:xfrm>
          <a:prstGeom prst="rect">
            <a:avLst/>
          </a:prstGeom>
        </p:spPr>
      </p:pic>
    </p:spTree>
    <p:extLst>
      <p:ext uri="{BB962C8B-B14F-4D97-AF65-F5344CB8AC3E}">
        <p14:creationId xmlns:p14="http://schemas.microsoft.com/office/powerpoint/2010/main" val="2218900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6311B-5CED-F197-FFF4-71F7D47E7368}"/>
              </a:ext>
            </a:extLst>
          </p:cNvPr>
          <p:cNvSpPr>
            <a:spLocks noGrp="1"/>
          </p:cNvSpPr>
          <p:nvPr>
            <p:ph type="title"/>
          </p:nvPr>
        </p:nvSpPr>
        <p:spPr/>
        <p:txBody>
          <a:bodyPr/>
          <a:lstStyle/>
          <a:p>
            <a:endParaRPr lang="es-ES"/>
          </a:p>
        </p:txBody>
      </p:sp>
      <p:pic>
        <p:nvPicPr>
          <p:cNvPr id="5" name="Marcador de contenido 4">
            <a:extLst>
              <a:ext uri="{FF2B5EF4-FFF2-40B4-BE49-F238E27FC236}">
                <a16:creationId xmlns:a16="http://schemas.microsoft.com/office/drawing/2014/main" id="{91DC79C4-E752-3896-60F8-44157438F062}"/>
              </a:ext>
            </a:extLst>
          </p:cNvPr>
          <p:cNvPicPr>
            <a:picLocks noGrp="1" noChangeAspect="1"/>
          </p:cNvPicPr>
          <p:nvPr>
            <p:ph idx="1"/>
          </p:nvPr>
        </p:nvPicPr>
        <p:blipFill>
          <a:blip r:embed="rId3"/>
          <a:stretch>
            <a:fillRect/>
          </a:stretch>
        </p:blipFill>
        <p:spPr>
          <a:xfrm>
            <a:off x="1857782" y="621542"/>
            <a:ext cx="7130942" cy="5614915"/>
          </a:xfrm>
        </p:spPr>
      </p:pic>
    </p:spTree>
    <p:extLst>
      <p:ext uri="{BB962C8B-B14F-4D97-AF65-F5344CB8AC3E}">
        <p14:creationId xmlns:p14="http://schemas.microsoft.com/office/powerpoint/2010/main" val="3690150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CCBE5-BC1A-2A48-5AA2-870CA620A8AC}"/>
              </a:ext>
            </a:extLst>
          </p:cNvPr>
          <p:cNvSpPr>
            <a:spLocks noGrp="1"/>
          </p:cNvSpPr>
          <p:nvPr>
            <p:ph type="title"/>
          </p:nvPr>
        </p:nvSpPr>
        <p:spPr/>
        <p:txBody>
          <a:bodyPr/>
          <a:lstStyle/>
          <a:p>
            <a:endParaRPr lang="es-ES"/>
          </a:p>
        </p:txBody>
      </p:sp>
      <p:pic>
        <p:nvPicPr>
          <p:cNvPr id="5" name="Marcador de contenido 4">
            <a:extLst>
              <a:ext uri="{FF2B5EF4-FFF2-40B4-BE49-F238E27FC236}">
                <a16:creationId xmlns:a16="http://schemas.microsoft.com/office/drawing/2014/main" id="{F41582C1-75F8-9FA6-F44E-B3FB1BB3A209}"/>
              </a:ext>
            </a:extLst>
          </p:cNvPr>
          <p:cNvPicPr>
            <a:picLocks noGrp="1" noChangeAspect="1"/>
          </p:cNvPicPr>
          <p:nvPr>
            <p:ph idx="1"/>
          </p:nvPr>
        </p:nvPicPr>
        <p:blipFill>
          <a:blip r:embed="rId3"/>
          <a:stretch>
            <a:fillRect/>
          </a:stretch>
        </p:blipFill>
        <p:spPr>
          <a:xfrm>
            <a:off x="1325500" y="1403297"/>
            <a:ext cx="9457519" cy="1705834"/>
          </a:xfrm>
        </p:spPr>
      </p:pic>
    </p:spTree>
    <p:extLst>
      <p:ext uri="{BB962C8B-B14F-4D97-AF65-F5344CB8AC3E}">
        <p14:creationId xmlns:p14="http://schemas.microsoft.com/office/powerpoint/2010/main" val="1545265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34AA8C-AE13-71CC-CCBD-3BC4E6D44136}"/>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60AD430D-8E0B-633A-41C8-FB78D092BAF5}"/>
              </a:ext>
            </a:extLst>
          </p:cNvPr>
          <p:cNvSpPr>
            <a:spLocks noGrp="1"/>
          </p:cNvSpPr>
          <p:nvPr>
            <p:ph idx="1"/>
          </p:nvPr>
        </p:nvSpPr>
        <p:spPr/>
        <p:txBody>
          <a:bodyPr/>
          <a:lstStyle/>
          <a:p>
            <a:endParaRPr lang="es-ES"/>
          </a:p>
        </p:txBody>
      </p:sp>
      <p:pic>
        <p:nvPicPr>
          <p:cNvPr id="5" name="Imagen 4">
            <a:extLst>
              <a:ext uri="{FF2B5EF4-FFF2-40B4-BE49-F238E27FC236}">
                <a16:creationId xmlns:a16="http://schemas.microsoft.com/office/drawing/2014/main" id="{D7BAF1DD-FF42-349C-862F-6EEC511357F1}"/>
              </a:ext>
            </a:extLst>
          </p:cNvPr>
          <p:cNvPicPr>
            <a:picLocks noChangeAspect="1"/>
          </p:cNvPicPr>
          <p:nvPr/>
        </p:nvPicPr>
        <p:blipFill>
          <a:blip r:embed="rId3"/>
          <a:stretch>
            <a:fillRect/>
          </a:stretch>
        </p:blipFill>
        <p:spPr>
          <a:xfrm>
            <a:off x="1100921" y="2008124"/>
            <a:ext cx="9990157" cy="1993170"/>
          </a:xfrm>
          <a:prstGeom prst="rect">
            <a:avLst/>
          </a:prstGeom>
        </p:spPr>
      </p:pic>
    </p:spTree>
    <p:extLst>
      <p:ext uri="{BB962C8B-B14F-4D97-AF65-F5344CB8AC3E}">
        <p14:creationId xmlns:p14="http://schemas.microsoft.com/office/powerpoint/2010/main" val="1147159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FBFD22-0059-1B8E-355E-8B32D2FD8625}"/>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5506CA6C-2FBE-4771-094A-8FB73E8D6CD8}"/>
              </a:ext>
            </a:extLst>
          </p:cNvPr>
          <p:cNvSpPr>
            <a:spLocks noGrp="1"/>
          </p:cNvSpPr>
          <p:nvPr>
            <p:ph idx="1"/>
          </p:nvPr>
        </p:nvSpPr>
        <p:spPr/>
        <p:txBody>
          <a:bodyPr/>
          <a:lstStyle/>
          <a:p>
            <a:endParaRPr lang="es-ES" dirty="0"/>
          </a:p>
        </p:txBody>
      </p:sp>
      <p:pic>
        <p:nvPicPr>
          <p:cNvPr id="5" name="Imagen 4">
            <a:extLst>
              <a:ext uri="{FF2B5EF4-FFF2-40B4-BE49-F238E27FC236}">
                <a16:creationId xmlns:a16="http://schemas.microsoft.com/office/drawing/2014/main" id="{5582CAFC-8A69-8602-5EBE-A89F9F121B84}"/>
              </a:ext>
            </a:extLst>
          </p:cNvPr>
          <p:cNvPicPr>
            <a:picLocks noChangeAspect="1"/>
          </p:cNvPicPr>
          <p:nvPr/>
        </p:nvPicPr>
        <p:blipFill>
          <a:blip r:embed="rId3"/>
          <a:stretch>
            <a:fillRect/>
          </a:stretch>
        </p:blipFill>
        <p:spPr>
          <a:xfrm>
            <a:off x="1186651" y="2571386"/>
            <a:ext cx="9818697" cy="1429908"/>
          </a:xfrm>
          <a:prstGeom prst="rect">
            <a:avLst/>
          </a:prstGeom>
        </p:spPr>
      </p:pic>
    </p:spTree>
    <p:extLst>
      <p:ext uri="{BB962C8B-B14F-4D97-AF65-F5344CB8AC3E}">
        <p14:creationId xmlns:p14="http://schemas.microsoft.com/office/powerpoint/2010/main" val="1470164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D9A85C-1BB6-D9D4-5D43-43B800AC47FA}"/>
              </a:ext>
            </a:extLst>
          </p:cNvPr>
          <p:cNvSpPr>
            <a:spLocks noGrp="1"/>
          </p:cNvSpPr>
          <p:nvPr>
            <p:ph type="title"/>
          </p:nvPr>
        </p:nvSpPr>
        <p:spPr/>
        <p:txBody>
          <a:bodyPr/>
          <a:lstStyle/>
          <a:p>
            <a:endParaRPr lang="es-ES"/>
          </a:p>
        </p:txBody>
      </p:sp>
      <p:pic>
        <p:nvPicPr>
          <p:cNvPr id="5" name="Marcador de contenido 4">
            <a:extLst>
              <a:ext uri="{FF2B5EF4-FFF2-40B4-BE49-F238E27FC236}">
                <a16:creationId xmlns:a16="http://schemas.microsoft.com/office/drawing/2014/main" id="{512AA99F-C42C-164E-E076-B9122106806F}"/>
              </a:ext>
            </a:extLst>
          </p:cNvPr>
          <p:cNvPicPr>
            <a:picLocks noGrp="1" noChangeAspect="1"/>
          </p:cNvPicPr>
          <p:nvPr>
            <p:ph idx="1"/>
          </p:nvPr>
        </p:nvPicPr>
        <p:blipFill>
          <a:blip r:embed="rId3"/>
          <a:stretch>
            <a:fillRect/>
          </a:stretch>
        </p:blipFill>
        <p:spPr>
          <a:xfrm>
            <a:off x="1111266" y="1380228"/>
            <a:ext cx="9809341" cy="3564886"/>
          </a:xfrm>
        </p:spPr>
      </p:pic>
    </p:spTree>
    <p:extLst>
      <p:ext uri="{BB962C8B-B14F-4D97-AF65-F5344CB8AC3E}">
        <p14:creationId xmlns:p14="http://schemas.microsoft.com/office/powerpoint/2010/main" val="3358182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7C0C8C-0EAB-11FF-5231-1455B7785389}"/>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1AEA58AF-3BB8-2A31-E810-9A352E598625}"/>
              </a:ext>
            </a:extLst>
          </p:cNvPr>
          <p:cNvSpPr>
            <a:spLocks noGrp="1"/>
          </p:cNvSpPr>
          <p:nvPr>
            <p:ph idx="1"/>
          </p:nvPr>
        </p:nvSpPr>
        <p:spPr/>
        <p:txBody>
          <a:bodyPr/>
          <a:lstStyle/>
          <a:p>
            <a:endParaRPr lang="es-ES"/>
          </a:p>
        </p:txBody>
      </p:sp>
      <p:pic>
        <p:nvPicPr>
          <p:cNvPr id="11" name="Imagen 10">
            <a:extLst>
              <a:ext uri="{FF2B5EF4-FFF2-40B4-BE49-F238E27FC236}">
                <a16:creationId xmlns:a16="http://schemas.microsoft.com/office/drawing/2014/main" id="{6CA27065-7225-4362-C2FE-B161860C9B8D}"/>
              </a:ext>
            </a:extLst>
          </p:cNvPr>
          <p:cNvPicPr>
            <a:picLocks noChangeAspect="1"/>
          </p:cNvPicPr>
          <p:nvPr/>
        </p:nvPicPr>
        <p:blipFill>
          <a:blip r:embed="rId3"/>
          <a:stretch>
            <a:fillRect/>
          </a:stretch>
        </p:blipFill>
        <p:spPr>
          <a:xfrm>
            <a:off x="750383" y="2570583"/>
            <a:ext cx="9919254" cy="2377342"/>
          </a:xfrm>
          <a:prstGeom prst="rect">
            <a:avLst/>
          </a:prstGeom>
        </p:spPr>
      </p:pic>
      <p:pic>
        <p:nvPicPr>
          <p:cNvPr id="13" name="Imagen 12">
            <a:extLst>
              <a:ext uri="{FF2B5EF4-FFF2-40B4-BE49-F238E27FC236}">
                <a16:creationId xmlns:a16="http://schemas.microsoft.com/office/drawing/2014/main" id="{B6E06456-0AD3-CC6C-B294-828F26AE0F77}"/>
              </a:ext>
            </a:extLst>
          </p:cNvPr>
          <p:cNvPicPr>
            <a:picLocks noChangeAspect="1"/>
          </p:cNvPicPr>
          <p:nvPr/>
        </p:nvPicPr>
        <p:blipFill>
          <a:blip r:embed="rId4"/>
          <a:stretch>
            <a:fillRect/>
          </a:stretch>
        </p:blipFill>
        <p:spPr>
          <a:xfrm>
            <a:off x="750383" y="1346996"/>
            <a:ext cx="10229134" cy="628325"/>
          </a:xfrm>
          <a:prstGeom prst="rect">
            <a:avLst/>
          </a:prstGeom>
        </p:spPr>
      </p:pic>
    </p:spTree>
    <p:extLst>
      <p:ext uri="{BB962C8B-B14F-4D97-AF65-F5344CB8AC3E}">
        <p14:creationId xmlns:p14="http://schemas.microsoft.com/office/powerpoint/2010/main" val="2521618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3BB890-1526-7234-9071-EF6DA3D560AB}"/>
              </a:ext>
            </a:extLst>
          </p:cNvPr>
          <p:cNvSpPr>
            <a:spLocks noGrp="1"/>
          </p:cNvSpPr>
          <p:nvPr>
            <p:ph type="title"/>
          </p:nvPr>
        </p:nvSpPr>
        <p:spPr/>
        <p:txBody>
          <a:bodyPr/>
          <a:lstStyle/>
          <a:p>
            <a:endParaRPr lang="es-ES"/>
          </a:p>
        </p:txBody>
      </p:sp>
      <p:pic>
        <p:nvPicPr>
          <p:cNvPr id="7" name="Marcador de contenido 6">
            <a:extLst>
              <a:ext uri="{FF2B5EF4-FFF2-40B4-BE49-F238E27FC236}">
                <a16:creationId xmlns:a16="http://schemas.microsoft.com/office/drawing/2014/main" id="{81227614-C328-DE5A-F1BA-6A27F9B2C957}"/>
              </a:ext>
            </a:extLst>
          </p:cNvPr>
          <p:cNvPicPr>
            <a:picLocks noGrp="1" noChangeAspect="1"/>
          </p:cNvPicPr>
          <p:nvPr>
            <p:ph idx="1"/>
          </p:nvPr>
        </p:nvPicPr>
        <p:blipFill>
          <a:blip r:embed="rId3"/>
          <a:stretch>
            <a:fillRect/>
          </a:stretch>
        </p:blipFill>
        <p:spPr>
          <a:xfrm>
            <a:off x="4162415" y="364490"/>
            <a:ext cx="4363160" cy="2515520"/>
          </a:xfrm>
        </p:spPr>
      </p:pic>
      <p:pic>
        <p:nvPicPr>
          <p:cNvPr id="5" name="Imagen 4">
            <a:extLst>
              <a:ext uri="{FF2B5EF4-FFF2-40B4-BE49-F238E27FC236}">
                <a16:creationId xmlns:a16="http://schemas.microsoft.com/office/drawing/2014/main" id="{32805BDA-C6AB-5437-1632-4F5078E1D4AA}"/>
              </a:ext>
            </a:extLst>
          </p:cNvPr>
          <p:cNvPicPr>
            <a:picLocks noChangeAspect="1"/>
          </p:cNvPicPr>
          <p:nvPr/>
        </p:nvPicPr>
        <p:blipFill>
          <a:blip r:embed="rId4"/>
          <a:stretch>
            <a:fillRect/>
          </a:stretch>
        </p:blipFill>
        <p:spPr>
          <a:xfrm>
            <a:off x="249663" y="178034"/>
            <a:ext cx="3856511" cy="2888432"/>
          </a:xfrm>
          <a:prstGeom prst="rect">
            <a:avLst/>
          </a:prstGeom>
        </p:spPr>
      </p:pic>
      <p:pic>
        <p:nvPicPr>
          <p:cNvPr id="9" name="Imagen 8">
            <a:extLst>
              <a:ext uri="{FF2B5EF4-FFF2-40B4-BE49-F238E27FC236}">
                <a16:creationId xmlns:a16="http://schemas.microsoft.com/office/drawing/2014/main" id="{1E525F65-91E1-ACF7-5CFE-EDF07E5732A8}"/>
              </a:ext>
            </a:extLst>
          </p:cNvPr>
          <p:cNvPicPr>
            <a:picLocks noChangeAspect="1"/>
          </p:cNvPicPr>
          <p:nvPr/>
        </p:nvPicPr>
        <p:blipFill>
          <a:blip r:embed="rId5"/>
          <a:stretch>
            <a:fillRect/>
          </a:stretch>
        </p:blipFill>
        <p:spPr>
          <a:xfrm>
            <a:off x="8581817" y="178034"/>
            <a:ext cx="3610183" cy="2717019"/>
          </a:xfrm>
          <a:prstGeom prst="rect">
            <a:avLst/>
          </a:prstGeom>
        </p:spPr>
      </p:pic>
      <p:pic>
        <p:nvPicPr>
          <p:cNvPr id="11" name="Imagen 10">
            <a:extLst>
              <a:ext uri="{FF2B5EF4-FFF2-40B4-BE49-F238E27FC236}">
                <a16:creationId xmlns:a16="http://schemas.microsoft.com/office/drawing/2014/main" id="{332FD864-8FCF-01A4-2436-520DBD602B51}"/>
              </a:ext>
            </a:extLst>
          </p:cNvPr>
          <p:cNvPicPr>
            <a:picLocks noChangeAspect="1"/>
          </p:cNvPicPr>
          <p:nvPr/>
        </p:nvPicPr>
        <p:blipFill>
          <a:blip r:embed="rId6"/>
          <a:stretch>
            <a:fillRect/>
          </a:stretch>
        </p:blipFill>
        <p:spPr>
          <a:xfrm>
            <a:off x="1527422" y="3336509"/>
            <a:ext cx="8859486" cy="2962688"/>
          </a:xfrm>
          <a:prstGeom prst="rect">
            <a:avLst/>
          </a:prstGeom>
        </p:spPr>
      </p:pic>
    </p:spTree>
    <p:extLst>
      <p:ext uri="{BB962C8B-B14F-4D97-AF65-F5344CB8AC3E}">
        <p14:creationId xmlns:p14="http://schemas.microsoft.com/office/powerpoint/2010/main" val="3165019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A6E405-9D65-A964-C7AC-FE978F27F94C}"/>
              </a:ext>
            </a:extLst>
          </p:cNvPr>
          <p:cNvSpPr>
            <a:spLocks noGrp="1"/>
          </p:cNvSpPr>
          <p:nvPr>
            <p:ph type="title"/>
          </p:nvPr>
        </p:nvSpPr>
        <p:spPr/>
        <p:txBody>
          <a:bodyPr/>
          <a:lstStyle/>
          <a:p>
            <a:endParaRPr lang="es-ES"/>
          </a:p>
        </p:txBody>
      </p:sp>
      <p:pic>
        <p:nvPicPr>
          <p:cNvPr id="5" name="Marcador de contenido 4">
            <a:extLst>
              <a:ext uri="{FF2B5EF4-FFF2-40B4-BE49-F238E27FC236}">
                <a16:creationId xmlns:a16="http://schemas.microsoft.com/office/drawing/2014/main" id="{8B1FD712-A659-A09C-F41B-023E41214A83}"/>
              </a:ext>
            </a:extLst>
          </p:cNvPr>
          <p:cNvPicPr>
            <a:picLocks noGrp="1" noChangeAspect="1"/>
          </p:cNvPicPr>
          <p:nvPr>
            <p:ph idx="1"/>
          </p:nvPr>
        </p:nvPicPr>
        <p:blipFill>
          <a:blip r:embed="rId3"/>
          <a:stretch>
            <a:fillRect/>
          </a:stretch>
        </p:blipFill>
        <p:spPr>
          <a:xfrm>
            <a:off x="623949" y="557541"/>
            <a:ext cx="10616270" cy="5438413"/>
          </a:xfrm>
        </p:spPr>
      </p:pic>
    </p:spTree>
    <p:extLst>
      <p:ext uri="{BB962C8B-B14F-4D97-AF65-F5344CB8AC3E}">
        <p14:creationId xmlns:p14="http://schemas.microsoft.com/office/powerpoint/2010/main" val="391462515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TotalTime>
  <Words>539</Words>
  <Application>Microsoft Office PowerPoint</Application>
  <PresentationFormat>Panorámica</PresentationFormat>
  <Paragraphs>22</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ASIR1-21</dc:creator>
  <cp:lastModifiedBy>ASIR1-21</cp:lastModifiedBy>
  <cp:revision>5</cp:revision>
  <dcterms:created xsi:type="dcterms:W3CDTF">2026-05-22T09:23:56Z</dcterms:created>
  <dcterms:modified xsi:type="dcterms:W3CDTF">2026-05-22T11:59:49Z</dcterms:modified>
</cp:coreProperties>
</file>